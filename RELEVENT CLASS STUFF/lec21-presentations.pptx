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Helvetica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001E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3" autoAdjust="0"/>
    <p:restoredTop sz="94595" autoAdjust="0"/>
  </p:normalViewPr>
  <p:slideViewPr>
    <p:cSldViewPr>
      <p:cViewPr varScale="1">
        <p:scale>
          <a:sx n="136" d="100"/>
          <a:sy n="136" d="100"/>
        </p:scale>
        <p:origin x="816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280"/>
    </p:cViewPr>
  </p:sorterViewPr>
  <p:notesViewPr>
    <p:cSldViewPr>
      <p:cViewPr>
        <p:scale>
          <a:sx n="100" d="100"/>
          <a:sy n="100" d="100"/>
        </p:scale>
        <p:origin x="4854" y="0"/>
      </p:cViewPr>
      <p:guideLst>
        <p:guide orient="horz" pos="3023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2721366" y="423864"/>
            <a:ext cx="1893113" cy="274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6866" rIns="92058" bIns="46866">
            <a:spAutoFit/>
          </a:bodyPr>
          <a:lstStyle/>
          <a:p>
            <a:pPr defTabSz="915864">
              <a:lnSpc>
                <a:spcPct val="90000"/>
              </a:lnSpc>
            </a:pPr>
            <a:r>
              <a:rPr lang="en-US" sz="1300" b="0" dirty="0"/>
              <a:t>ECE 4632 Spring 2026</a:t>
            </a:r>
          </a:p>
        </p:txBody>
      </p:sp>
    </p:spTree>
    <p:extLst>
      <p:ext uri="{BB962C8B-B14F-4D97-AF65-F5344CB8AC3E}">
        <p14:creationId xmlns:p14="http://schemas.microsoft.com/office/powerpoint/2010/main" val="2164539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6" y="4560889"/>
            <a:ext cx="536575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407" tIns="46866" rIns="95407" bIns="468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3207640" y="9145588"/>
            <a:ext cx="899923" cy="279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58" tIns="46866" rIns="92058" bIns="46866">
            <a:spAutoFit/>
          </a:bodyPr>
          <a:lstStyle/>
          <a:p>
            <a:pPr defTabSz="915864">
              <a:lnSpc>
                <a:spcPct val="90000"/>
              </a:lnSpc>
            </a:pPr>
            <a:r>
              <a:rPr lang="en-US" sz="1300" b="0" dirty="0">
                <a:latin typeface="Century Gothic" pitchFamily="1" charset="0"/>
              </a:rPr>
              <a:t>Page </a:t>
            </a:r>
            <a:fld id="{916428B8-EAF9-4B2F-B015-770D8DCA5FD1}" type="slidenum">
              <a:rPr lang="en-US" sz="1300" b="0">
                <a:latin typeface="Century Gothic" pitchFamily="1" charset="0"/>
              </a:rPr>
              <a:pPr defTabSz="915864">
                <a:lnSpc>
                  <a:spcPct val="90000"/>
                </a:lnSpc>
              </a:pPr>
              <a:t>‹#›</a:t>
            </a:fld>
            <a:endParaRPr lang="en-US" sz="1300" b="0" dirty="0">
              <a:latin typeface="Century Gothic" pitchFamily="1" charset="0"/>
            </a:endParaRPr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68313" y="725488"/>
            <a:ext cx="6378575" cy="35893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108715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entury Gothic" pitchFamily="1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entury Gothic" pitchFamily="1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entury Gothic" pitchFamily="1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entury Gothic" pitchFamily="1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entury Gothic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8313" y="725488"/>
            <a:ext cx="6378575" cy="3589337"/>
          </a:xfrm>
          <a:ln/>
        </p:spPr>
      </p:sp>
      <p:sp>
        <p:nvSpPr>
          <p:cNvPr id="215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3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8322" y="609601"/>
            <a:ext cx="6488956" cy="57759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1200" y="2743200"/>
            <a:ext cx="10261600" cy="33528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2064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338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2667" y="1219200"/>
            <a:ext cx="5401733" cy="5037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401733" cy="5037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388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5431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501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098" y="368300"/>
            <a:ext cx="6488956" cy="5775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92667" y="1219200"/>
            <a:ext cx="5401733" cy="5037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19200"/>
            <a:ext cx="5401733" cy="5037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324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136578" y="368300"/>
            <a:ext cx="5975995" cy="5775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9347201" y="6477001"/>
            <a:ext cx="2055050" cy="2174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b="0" dirty="0"/>
              <a:t>ECE 4632 -- Leeser Sp2026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92667" y="1219200"/>
            <a:ext cx="11006667" cy="503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5757334" y="6599238"/>
            <a:ext cx="359073" cy="21749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3500" tIns="25400" rIns="63500" bIns="254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1200" b="0" dirty="0"/>
              <a:t> </a:t>
            </a:r>
            <a:fld id="{2381A09A-172D-4C57-B70F-F25639506538}" type="slidenum">
              <a:rPr lang="en-US" sz="1200" b="0"/>
              <a:pPr algn="l">
                <a:lnSpc>
                  <a:spcPct val="90000"/>
                </a:lnSpc>
              </a:pPr>
              <a:t>‹#›</a:t>
            </a:fld>
            <a:endParaRPr lang="en-US" sz="1200" b="0" dirty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1706308" y="6510338"/>
            <a:ext cx="1256753" cy="29444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400" dirty="0">
                <a:solidFill>
                  <a:schemeClr val="tx2"/>
                </a:solidFill>
                <a:latin typeface="Courier New" pitchFamily="1" charset="0"/>
              </a:rPr>
              <a:t>lect21.ppt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5" r:id="rId4"/>
    <p:sldLayoutId id="2147483656" r:id="rId5"/>
    <p:sldLayoutId id="2147483672" r:id="rId6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5pPr>
      <a:lvl6pPr marL="4572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6pPr>
      <a:lvl7pPr marL="9144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7pPr>
      <a:lvl8pPr marL="13716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8pPr>
      <a:lvl9pPr marL="1828800"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Helvetica" pitchFamily="1" charset="0"/>
        </a:defRPr>
      </a:lvl9pPr>
    </p:titleStyle>
    <p:bodyStyle>
      <a:lvl1pPr marL="223838" indent="-223838" algn="l" defTabSz="89535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har char="•"/>
        <a:defRPr sz="2400" b="0">
          <a:solidFill>
            <a:schemeClr val="tx2"/>
          </a:solidFill>
          <a:latin typeface="+mn-lt"/>
          <a:ea typeface="+mn-ea"/>
          <a:cs typeface="+mn-cs"/>
        </a:defRPr>
      </a:lvl1pPr>
      <a:lvl2pPr marL="560388" indent="-222250" algn="l" defTabSz="89535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 b="0">
          <a:solidFill>
            <a:schemeClr val="tx1"/>
          </a:solidFill>
          <a:latin typeface="+mn-lt"/>
        </a:defRPr>
      </a:lvl2pPr>
      <a:lvl3pPr marL="839788" indent="-165100" algn="l" defTabSz="89535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0">
          <a:solidFill>
            <a:schemeClr val="tx2"/>
          </a:solidFill>
          <a:latin typeface="+mn-lt"/>
        </a:defRPr>
      </a:lvl3pPr>
      <a:lvl4pPr marL="1120775" indent="-166688" algn="l" defTabSz="895350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1800" b="0" baseline="0">
          <a:solidFill>
            <a:schemeClr val="tx1"/>
          </a:solidFill>
          <a:latin typeface="+mn-lt"/>
        </a:defRPr>
      </a:lvl4pPr>
      <a:lvl5pPr marL="1960563" indent="-168275" algn="l" defTabSz="895350" rtl="0" eaLnBrk="0" fontAlgn="base" hangingPunct="0">
        <a:spcBef>
          <a:spcPct val="20000"/>
        </a:spcBef>
        <a:spcAft>
          <a:spcPct val="0"/>
        </a:spcAft>
        <a:buChar char="»"/>
        <a:defRPr sz="1600" b="0">
          <a:solidFill>
            <a:schemeClr val="tx1"/>
          </a:solidFill>
          <a:latin typeface="+mn-lt"/>
        </a:defRPr>
      </a:lvl5pPr>
      <a:lvl6pPr marL="2417763" indent="-168275" algn="l" defTabSz="89535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" pitchFamily="1" charset="0"/>
        </a:defRPr>
      </a:lvl6pPr>
      <a:lvl7pPr marL="2874963" indent="-168275" algn="l" defTabSz="89535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" pitchFamily="1" charset="0"/>
        </a:defRPr>
      </a:lvl7pPr>
      <a:lvl8pPr marL="3332163" indent="-168275" algn="l" defTabSz="89535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" pitchFamily="1" charset="0"/>
        </a:defRPr>
      </a:lvl8pPr>
      <a:lvl9pPr marL="3789363" indent="-168275" algn="l" defTabSz="895350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" pitchFamily="1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95679"/>
            <a:ext cx="11506200" cy="1454757"/>
          </a:xfrm>
          <a:noFill/>
          <a:ln/>
        </p:spPr>
        <p:txBody>
          <a:bodyPr wrap="square"/>
          <a:lstStyle/>
          <a:p>
            <a:r>
              <a:rPr lang="en-US" sz="3200" dirty="0"/>
              <a:t>EECE 4632</a:t>
            </a:r>
            <a:br>
              <a:rPr lang="en-US" sz="3200" dirty="0"/>
            </a:br>
            <a:r>
              <a:rPr lang="en-US" dirty="0"/>
              <a:t>Hardware-Software Codesign for FPGA-Based Systems </a:t>
            </a:r>
            <a:br>
              <a:rPr lang="en-US" sz="3200" dirty="0"/>
            </a:br>
            <a:r>
              <a:rPr lang="en-US" sz="2800" dirty="0"/>
              <a:t>Prof. Miriam Leeser</a:t>
            </a:r>
            <a:endParaRPr lang="en-US" sz="32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" y="2209800"/>
            <a:ext cx="11582400" cy="4191000"/>
          </a:xfrm>
          <a:noFill/>
          <a:ln/>
        </p:spPr>
        <p:txBody>
          <a:bodyPr/>
          <a:lstStyle/>
          <a:p>
            <a:pPr lvl="1" indent="-168275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April 13, 2026</a:t>
            </a:r>
          </a:p>
          <a:p>
            <a:pPr lvl="1" indent="-168275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7030A0"/>
              </a:solidFill>
            </a:endParaRPr>
          </a:p>
          <a:p>
            <a:pPr marL="746125" lvl="2" algn="l"/>
            <a:r>
              <a:rPr lang="en-US" sz="1800" dirty="0"/>
              <a:t>Project Presentations: </a:t>
            </a:r>
          </a:p>
          <a:p>
            <a:pPr marL="746125" lvl="2" algn="l"/>
            <a:endParaRPr lang="en-US" sz="1800" dirty="0">
              <a:solidFill>
                <a:schemeClr val="tx1"/>
              </a:solidFill>
            </a:endParaRPr>
          </a:p>
          <a:p>
            <a:pPr marL="1031875" lvl="2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Donovan/ Nick</a:t>
            </a:r>
          </a:p>
          <a:p>
            <a:pPr marL="1031875" lvl="2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Vasishta/Abhi/Aryash</a:t>
            </a:r>
          </a:p>
          <a:p>
            <a:pPr lvl="2" indent="-168275" algn="l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1"/>
                </a:solidFill>
              </a:rPr>
              <a:t>  Liam</a:t>
            </a:r>
            <a:r>
              <a:rPr lang="en-US" sz="1800" dirty="0">
                <a:solidFill>
                  <a:schemeClr val="tx1"/>
                </a:solidFill>
              </a:rPr>
              <a:t>/Camille</a:t>
            </a:r>
          </a:p>
          <a:p>
            <a:pPr lvl="2" indent="-168275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lvl="2" indent="-168275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9C Hayden will be open from 1:30pm to 5:30 pm on Monday, April 20 for you to work on projects</a:t>
            </a:r>
          </a:p>
          <a:p>
            <a:pPr lvl="2" indent="-168275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746125" lvl="2" algn="l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2651400" y="6503988"/>
            <a:ext cx="1256753" cy="2971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pPr>
              <a:lnSpc>
                <a:spcPct val="95000"/>
              </a:lnSpc>
            </a:pPr>
            <a:r>
              <a:rPr lang="en-US" dirty="0">
                <a:solidFill>
                  <a:schemeClr val="tx2"/>
                </a:solidFill>
                <a:latin typeface="Courier New" pitchFamily="1" charset="0"/>
              </a:rPr>
              <a:t>lect21.ppt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Microsoft Office 98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Microsoft Office 98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1" charset="0"/>
          </a:defRPr>
        </a:defPPr>
      </a:lstStyle>
    </a:lnDef>
  </a:objectDefaults>
  <a:extraClrSchemeLst>
    <a:extraClrScheme>
      <a:clrScheme name="Microsoft Office 98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crosoft Office 98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crosoft Office 98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32614</TotalTime>
  <Pages>15</Pages>
  <Words>56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Century Gothic</vt:lpstr>
      <vt:lpstr>Courier New</vt:lpstr>
      <vt:lpstr>Helvetica</vt:lpstr>
      <vt:lpstr>Times</vt:lpstr>
      <vt:lpstr>Microsoft Office 98</vt:lpstr>
      <vt:lpstr>EECE 4632 Hardware-Software Codesign for FPGA-Based Systems  Prof. Miriam Leeser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</dc:title>
  <dc:creator>Randal E. Bryant</dc:creator>
  <cp:lastModifiedBy>Leeser, Miriam</cp:lastModifiedBy>
  <cp:revision>674</cp:revision>
  <cp:lastPrinted>2015-09-09T13:10:09Z</cp:lastPrinted>
  <dcterms:created xsi:type="dcterms:W3CDTF">1998-08-11T09:18:18Z</dcterms:created>
  <dcterms:modified xsi:type="dcterms:W3CDTF">2026-04-13T15:07:32Z</dcterms:modified>
</cp:coreProperties>
</file>